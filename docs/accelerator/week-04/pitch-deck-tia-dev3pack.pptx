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dollars. Cash out at your corner store.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20116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520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US→MX remittances · WhatsApp for family · 2.25% all-in · 0.25% on-chain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343400"/>
            <a:ext cx="795528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434340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43799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35608" y="4343400"/>
            <a:ext cx="630936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434340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545336" y="4379976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03704" y="4343400"/>
            <a:ext cx="1371600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434340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313432" y="43799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Dev3pack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Staying stuck costs families 7% and hours — every month.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Senders to Mexico cannot automate instant, recurring transfers.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TradFi friction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fees up to 7% of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settlement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waiting per transaction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recurrence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run every payday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Receiver excluded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bank, no app — needs cash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 already documents this pain.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US→MX remittance corridor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~$60B+/year — World Bank / BBB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remittance fee LATAM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~6% — Remittance Prices Worldwide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Underbanked adults Mexico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 without full banking (validate)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 send $500 every two weeks — $35 disappears and my mom waits three days."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WU ~7% vs TIA 2.25% all-in ($4.50 on $200) · 0.25% on Solscan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settlement → physical cash-out via WhatsApp.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send + notify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escrow → TIA agent → WhatsApp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in hand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rail: ATM (urban) / tiendita (rural)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app for receiver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WhatsApp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hybrid-routing diagram · Demo: WhatsApp + Solscan side-by-side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$60B corridor — beachhead: crypto-curious senders + WhatsApp receivers.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US→MX remittances ~$60B/yr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Diaspora senders $50–500/mo digitally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interviews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Beachhead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pilot users → 1 CDMX merchant + 1 ATM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 plan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on devnet — ready to run the experiment.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pilots yet — devnet play-money only.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 flow built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→ verify → WhatsApp → cashout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Devnet · Jul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web-coral-pi-66.vercel.app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Hackathon MX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 place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LATAM rank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#43 / 194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Sender App + merchant cashout UI (product proof, not user proof)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recruit 10 users in 30 days — not that we already have them.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recruit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/ Dev3pack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intros — US senders $50–200/mo to MX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senders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 network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CDMX receivers — WhatsApp-first, no wallet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receivers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onboarding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15-min screenshare · devnet · joint first tx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Guided W1–W2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tiendita CDMX/GDL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In-person visit · simple pilot agreement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merchant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Segment: crypto-curious sender + family receiver who needs cash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go/no-go before mainnet.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(30-day pilot):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 (reserva → cashout): ≥50%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delivery: ≥90%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receiver: ≥7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intent (30d): ≥2 users ask to send again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timeline: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learn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senders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sender finish devnet flow with founder help?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1 merchant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tiendita cashier trust Blink cashout UX?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self-serve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does funnel break without screenshare?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· retention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anyone send twice without a push?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Go/no-go: ≥5 repeat intent · merchant continues · legal path clear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Borrowed credibility — labelled honestly.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Dev3pack / Bridge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GTM, legal, fundraising mentors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Solana devnet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Escrow + Blinks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(Baileys bot)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Receiver notifications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 partner CDMX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discussion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Urban cash-out rail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Tiendita 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discussion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Rural cash-out rail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Bitso / on-ramp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First-mile USDC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2.25% all-in to sender · 0.25% protocol on-chain.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pricing: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All-in (pilot → Y1)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2.25% · ~65% below TradFi ~6–7%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(TIA treasury)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0.25% · auditable on Solscan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rails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~2.0% · on-ramp + ATM/tiendita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(Keeper)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1.49–1.75% at 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246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to TIA: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fee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0.25% → 0.35% at scale (on-chain)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 rev-share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~0.15% effective on urban 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SaaS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$29–99/mo post-pilot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routing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0.10–0.20% partner GMV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09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send: TradFi ~$14 · TIA $4.50 all-in · treasury $0.50 · no hidden FX spread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pre-seed, team is the product.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[Founder]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/ 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E2E devnet remittance + TIA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[Co-founder]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[if applicable]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+ Solana Actions in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cohort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GTM (Leopold), legal (Yarden), ops (Sylvain)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434840"/>
            <a:ext cx="795528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443484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447141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Dev3pack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35608" y="4434840"/>
            <a:ext cx="1124712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35608" y="443484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1545336" y="447141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MX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97480" y="4434840"/>
            <a:ext cx="630936" cy="256032"/>
          </a:xfrm>
          <a:prstGeom prst="rect">
            <a:avLst/>
          </a:prstGeom>
          <a:solidFill>
            <a:srgbClr val="1A4A2E"/>
          </a:solidFill>
          <a:ln w="6350">
            <a:solidFill>
              <a:srgbClr val="2A6A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7480" y="4434840"/>
            <a:ext cx="36576" cy="256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807208" y="4471416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 — readable without context.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 pre-seed (fill post-Bridge feedback)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/ equity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Milestones (12 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30-day validation · mainnet-beta if go/no-go · hybrid CDMX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AE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founder@ / @remesatia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6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1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776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engineering (keeper, routing agent, mainnet)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pilot ops (merchant + ATM onboarding)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legal/compliance MX-US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GTM (community events, first-mile)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A1: Competition 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competitive-battle-map.md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A2: Hybrid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hybrid-routing-model.md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A3: First-mile on-ramp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first-mile-onramp-proposals.md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A4: Tech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escrow · Blinks · TIA backend · devnet program 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A5: Regulatory posture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legal-checklist-yarden.md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A6: Roadmap Q3–Q4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pilot-plan-10-users.md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AA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Off-slide backup — not presented in main 12-slide flow.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 — Pitch Deck (Dev3pack)</dc:title>
  <dc:subject>Bridge Dev3pack · July 2026</dc:subject>
  <dc:creator>TIA / Remesa Liquidez</dc:creator>
  <cp:lastModifiedBy>TIA / Remesa Liquidez</cp:lastModifiedBy>
  <cp:revision>1</cp:revision>
  <dcterms:created xsi:type="dcterms:W3CDTF">2026-07-14T02:23:14Z</dcterms:created>
  <dcterms:modified xsi:type="dcterms:W3CDTF">2026-07-14T02:23:14Z</dcterms:modified>
</cp:coreProperties>
</file>